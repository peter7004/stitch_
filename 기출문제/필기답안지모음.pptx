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65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0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962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44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2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2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15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11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9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72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24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3E52E-2E1E-4B68-A5DD-E439E09D8494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24B69-3FAF-4DE6-A73E-69037636F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19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120" y="3700979"/>
            <a:ext cx="5937961" cy="306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2" y="3690937"/>
            <a:ext cx="5937961" cy="306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832" y="503237"/>
            <a:ext cx="5937961" cy="3060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9" y="503681"/>
            <a:ext cx="5937961" cy="30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2997" y="1010555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1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9007" y="1015994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2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7423" y="4200078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3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3433" y="4205516"/>
            <a:ext cx="901700" cy="30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4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296" y="8163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2021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3394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6" y="489860"/>
            <a:ext cx="5937961" cy="30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2997" y="1010555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1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18" y="506188"/>
            <a:ext cx="5937961" cy="30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9007" y="1015994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2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1" y="3690938"/>
            <a:ext cx="5910044" cy="306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722" y="3674600"/>
            <a:ext cx="5937961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67423" y="4200078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3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3433" y="4205517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4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296" y="8163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211452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92" y="3685380"/>
            <a:ext cx="5954359" cy="306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62" y="3695147"/>
            <a:ext cx="5805499" cy="306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290" y="469511"/>
            <a:ext cx="5941767" cy="31318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33" y="541337"/>
            <a:ext cx="5937961" cy="30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2997" y="1010555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1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9007" y="1015994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2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7423" y="4200078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3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3433" y="4205517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4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296" y="8163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2023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7805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280" y="3792148"/>
            <a:ext cx="5954359" cy="306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93" y="3805988"/>
            <a:ext cx="5954359" cy="306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277" y="777649"/>
            <a:ext cx="5954359" cy="3060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25" y="777649"/>
            <a:ext cx="5954359" cy="30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2997" y="1010555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1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9007" y="1015994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2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7423" y="4200078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3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3433" y="4205517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4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296" y="8163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2024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8235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90B4DEF-52E1-49C7-A56A-B374EAA10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12" y="3675738"/>
            <a:ext cx="5938034" cy="31120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4" y="3703239"/>
            <a:ext cx="5954359" cy="306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339" y="572241"/>
            <a:ext cx="5954359" cy="3060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31" y="572241"/>
            <a:ext cx="5954359" cy="30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2997" y="1010555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1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9007" y="1015994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2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7423" y="4200078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3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3433" y="4205517"/>
            <a:ext cx="9017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>
                <a:solidFill>
                  <a:srgbClr val="FF0000">
                    <a:alpha val="50000"/>
                  </a:srgbClr>
                </a:solidFill>
              </a:rPr>
              <a:t>4</a:t>
            </a:r>
            <a:endParaRPr lang="ko-KR" altLang="en-US" sz="13800" dirty="0">
              <a:solidFill>
                <a:srgbClr val="FF0000">
                  <a:alpha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296" y="81638"/>
            <a:ext cx="135691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2025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9966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25</Words>
  <Application>Microsoft Office PowerPoint</Application>
  <PresentationFormat>와이드스크린</PresentationFormat>
  <Paragraphs>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GON</cp:lastModifiedBy>
  <cp:revision>12</cp:revision>
  <dcterms:created xsi:type="dcterms:W3CDTF">2025-08-26T00:36:57Z</dcterms:created>
  <dcterms:modified xsi:type="dcterms:W3CDTF">2026-01-18T06:32:44Z</dcterms:modified>
</cp:coreProperties>
</file>